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/>
              <a:t>Tech Challenge – Fase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Objetivo: Construir solução inicial de IA para análise de dados médicos relacionados à saúde e segurança da mulher.</a:t>
            </a:r>
          </a:p>
          <a:p>
            <a:r>
              <a:rPr sz="1600"/>
              <a:t>Requisitos:</a:t>
            </a:r>
          </a:p>
          <a:p>
            <a:r>
              <a:rPr sz="1600"/>
              <a:t>• Processamento de dados médicos e classificação de riscos.</a:t>
            </a:r>
          </a:p>
          <a:p>
            <a:r>
              <a:rPr sz="1600"/>
              <a:t>• Uso de Machine Learning (mínimo 2 algoritmos).</a:t>
            </a:r>
          </a:p>
          <a:p>
            <a:r>
              <a:rPr sz="1600"/>
              <a:t>• Exploração e pré-processamento de dados (limpeza, encoding, correlação).</a:t>
            </a:r>
          </a:p>
          <a:p>
            <a:r>
              <a:rPr sz="1600"/>
              <a:t>• Treinamento e avaliação com métricas (accuracy, recall, F1-score).</a:t>
            </a:r>
          </a:p>
          <a:p>
            <a:r>
              <a:rPr sz="1600"/>
              <a:t>• Relatório técnico + vídeo de demonstração.</a:t>
            </a:r>
          </a:p>
          <a:p>
            <a:r>
              <a:rPr sz="1600"/>
              <a:t>• Extra: Visão computacional (CNN em imagens médicas).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/>
              <a:t>Exploração de Dados – Violência contra Mulheres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Dataset: SINAN (2010–2025), 688k registros, 160 colunas.</a:t>
            </a:r>
          </a:p>
          <a:p>
            <a:r>
              <a:rPr sz="1600"/>
              <a:t>Foco: vítimas do sexo feminino (478k registros).</a:t>
            </a:r>
          </a:p>
          <a:p>
            <a:r>
              <a:rPr sz="1600"/>
              <a:t>Principais achados:</a:t>
            </a:r>
          </a:p>
          <a:p>
            <a:r>
              <a:rPr sz="1600"/>
              <a:t>• Idade média: 28,6 anos.</a:t>
            </a:r>
          </a:p>
          <a:p>
            <a:r>
              <a:rPr sz="1600"/>
              <a:t>• Tipos de violência: Física (47%), Psicológica (20,5%), Sexual (15,4%).</a:t>
            </a:r>
          </a:p>
          <a:p>
            <a:r>
              <a:rPr sz="1600"/>
              <a:t>• Perfil do agressor: maioria masculino; relação mais comum = cônjuge/companheiro.</a:t>
            </a:r>
          </a:p>
          <a:p>
            <a:r>
              <a:rPr sz="1600"/>
              <a:t>• Local de ocorrência: 71% em residência.</a:t>
            </a:r>
          </a:p>
          <a:p>
            <a:r>
              <a:rPr sz="1600"/>
              <a:t>• Violência repetida: 44% já haviam sofrido antes.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/>
              <a:t>Pipeline de IA – Classificação de Violência Sexual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Pré-processamento:</a:t>
            </a:r>
          </a:p>
          <a:p>
            <a:r>
              <a:rPr sz="1600"/>
              <a:t>• Seleção de 18 variáveis (idade, tipos de violência, perfil agressor, escolaridade, raça, local).</a:t>
            </a:r>
          </a:p>
          <a:p>
            <a:r>
              <a:rPr sz="1600"/>
              <a:t>• Encoding binário e categórico (One-Hot).</a:t>
            </a:r>
          </a:p>
          <a:p>
            <a:r>
              <a:rPr sz="1600"/>
              <a:t>• Imputação de valores ausentes (mediana).</a:t>
            </a:r>
          </a:p>
          <a:p>
            <a:r>
              <a:rPr sz="1600"/>
              <a:t>• Correlação: idade, violência física e perfil do agressor como variáveis mais relevantes.</a:t>
            </a:r>
          </a:p>
          <a:p>
            <a:r>
              <a:rPr sz="1600"/>
              <a:t>Modelagem:</a:t>
            </a:r>
          </a:p>
          <a:p>
            <a:r>
              <a:rPr sz="1600"/>
              <a:t>• Algoritmos: Random Forest, XGBoost, Logistic Regression.</a:t>
            </a:r>
          </a:p>
          <a:p>
            <a:r>
              <a:rPr sz="1600"/>
              <a:t>• Target: violência sexual (positiva em 16,4% dos casos).</a:t>
            </a:r>
          </a:p>
          <a:p>
            <a:r>
              <a:rPr sz="1600"/>
              <a:t>• Avaliação com métricas (recall e F1-score priorizados).</a:t>
            </a:r>
          </a:p>
          <a:p>
            <a:r>
              <a:rPr sz="1600"/>
              <a:t>• Interpretação: modelo como apoio à triagem, sempre com validação médica final.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